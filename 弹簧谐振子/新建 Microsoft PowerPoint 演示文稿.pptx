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986588" cy="9296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79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5F2EF-44C3-7685-BD89-73C3743FE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35239D-8764-7D3C-29B9-679CD0B6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C63B3-5AD1-2244-A7D0-440805C3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2A694-6A64-080F-611B-638774DB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0B0743-2F3B-2E41-A1FC-36AAA063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9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A95B9-902F-2735-EF56-E487FC70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1B795-E3CB-5733-F0F0-1AF09D95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B52DA-C5F8-2123-4991-58430764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20D93-7FF1-9A48-24C1-20331B266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9F15E-16FE-2CA5-6A4C-636490A7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75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3ED7A-9601-1ABA-4377-4BE48747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CBAE3-8CB3-90DE-8B16-9BC7E971F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B227D-74BE-65BE-9A55-E48968A4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6F1B1A-BBC4-7A21-AF54-879B7A83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4E0C52-A935-419F-7454-32A756A1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75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9BC91-E73F-4A14-E457-B2E871500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5ECF8B-DDB1-3724-3949-2E01B00B8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861963-21B4-5413-98CC-7A7B8A2EE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61C831-413A-3354-347F-6741A1F0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AFDF32-0802-4E5F-EB83-690CF710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8BBB4-D4E4-ECAA-0CAA-DF2A8BF9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62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7F296-9DF9-9659-A71E-333E8672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E22892-4C03-1DDA-0CEE-DF86F2B2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933496-C27B-3BC5-0CB2-A8614A83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A62A61-08B8-1A7B-00B0-E7E922D01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BD0FD-5275-8887-4524-920E5B403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A60CE9-BCFB-D6C9-CD69-22640A00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7E1B75-3E9C-4E78-89D8-61C182B1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8BD549-F202-137B-75B7-2C687562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0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26772-15E7-56DC-042C-D1C11096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CF692A-FECD-0D8F-F0BD-3EFE16B6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1B8928-580B-392D-F1DF-8B3FA257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8C03C2-A601-BE16-2464-ADAF6189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91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5B636B-9CF6-8D52-3EAD-CD578290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10831F-FC5A-3893-B78F-0F2F6E75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EE20F-F25C-9494-F16D-49F73D8E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1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492E-54A4-CE3A-6161-D9CCA719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2178E-C957-6DC0-45DD-34948802E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ABC580-A875-089A-6EBF-E95104F1D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CAB570-CB82-0FDE-8C7F-E780ECA71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C59A7C-B546-DA67-479A-5913C288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B2DAC6-5313-9726-D9FA-1FC83E1A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43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76FCD-1680-3699-52D2-2361F7CE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043C09-0690-80D5-4C76-A00975A38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55424-3163-F715-3BB6-6FB3051C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3EF038-3DFE-A41F-501A-DCBB96C2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BA61C-D594-1F8F-DBC3-9947B969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5FE7B1-00A8-A38B-24E9-C2641D24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41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8ED55-B52A-0BF6-CAF8-21FEFD93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F58D98-ADA5-389B-761B-CDBE5A9BF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4E88D3-312B-3BB1-5ACD-0E71C1DF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CC1AA3-666E-D7F6-E278-D78E96C9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832E11-7C22-1294-8989-FEB62E31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0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76E5BA-DA37-B78C-EE17-DC09E2345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79427E-65F4-12DA-D7CC-9E2746598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06F09-9D48-D58C-529B-56D49B13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F52D8-B23F-153A-FD31-D8073BB4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C8D231-E28F-9F1E-204F-4578CA81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7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EEF4DB-5194-B771-1D78-097D0AA8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792110-B8BD-39B7-E9FE-5319C7CC9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3AE58-F851-03DA-57FE-A49973C41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78570-2795-4C79-AF81-DBC95AF612F6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13917-03BD-93F6-534A-46DADE392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9D518B-A092-DC2B-50CC-9166AA32E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F3BA7-0B73-48CD-AA5E-12611C864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83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2E93F43-678D-31DA-7165-40DB423E0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448" y="964169"/>
            <a:ext cx="5852172" cy="43891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695BF13-3F70-D0A1-1A2B-16ABEE5D1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096000" y="96416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3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zh</dc:creator>
  <cp:lastModifiedBy>Wang zh</cp:lastModifiedBy>
  <cp:revision>1</cp:revision>
  <cp:lastPrinted>2025-11-08T08:52:49Z</cp:lastPrinted>
  <dcterms:created xsi:type="dcterms:W3CDTF">2025-11-08T04:16:27Z</dcterms:created>
  <dcterms:modified xsi:type="dcterms:W3CDTF">2025-11-08T09:38:30Z</dcterms:modified>
</cp:coreProperties>
</file>