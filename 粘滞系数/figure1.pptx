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986588" cy="9296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1218D-DA24-34A1-5E67-5F7CF4F49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1BAAF2-CDF5-7A57-0954-A8D09493F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C9E7D-B4F7-9050-D876-36644078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FC783-1BA7-30D9-D4DB-EE583CA0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12422-99FA-D9CF-B3E9-ACDEF8FB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62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CD4BE-186F-4C92-0756-5D751BF58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D12BA-6ADD-0F24-5E7F-53F95F94C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936A9-DA08-B90C-82A6-EF4FDD72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3CBDF2-725E-5FDA-2012-2CA7EA5C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3C434A-C605-A944-3F1D-E6E08B5F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5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19D93-54A2-1D6F-5FEE-B39CB92B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CDD920-1053-6D67-F0AE-C46124923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4B150E-D6C6-828F-B519-1EC58DA4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12C15-A179-53D6-5824-0E6AEC2E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4033E0-1B92-4A2A-FE28-B52ED7E8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6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2861F-D323-0E9E-0FD4-389982A0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5C24CD-67A5-082A-4467-8B15CC866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09A9FA-6EA1-0980-241E-9A422892B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AB85CE-EAC2-DB32-80AD-BC3B9FE4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3B8584-9705-A123-D112-2F0A9D34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B53BF4-B17F-18C1-C6D3-F1546E8C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3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05A4B-BA59-DE96-2C63-83D95FC0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E671D1-76D6-0C2E-AB03-6C8055267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A201B2-3AAD-3084-070F-FD78253BA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DC53E8-96B4-1D34-F8F0-C411975CD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C3A23D-5BEA-B346-915B-64CAAC13B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2EC317-90BB-2CE9-EB74-A8ECD79C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F95996-A872-A794-092A-595E50D4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25A8E5-93D1-8B02-3A9F-8A5C0A1A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7C2F7-13E1-E073-C7E9-C492BF5E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CB0CDD-03F7-CE71-8DB2-41D80877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585A13-0D7E-E3FD-DB48-968CBD0D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4FA622-EC2D-1250-DBDA-47ECB9CC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7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366BEC-C8AF-8503-07BF-B3CE681E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D6EE79-1B27-C528-0557-EBC18FC0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8BE8DB-C249-E421-E84E-457F8EC5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54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A7024-3726-24E5-EE34-5345FB0F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F5841-8242-FEB6-C0F5-BE2C0AB55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A96B90-D882-A35A-C3CB-49F01BE5D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CACC60-9FCA-48B3-F362-C9312F50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073102-559F-A931-D5B8-3AF1CC41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78284C-F68B-409C-C894-5A9FB498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70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D9081-2BF0-5EE6-76CA-D47FA613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D82767-F269-8263-E2AB-F20BF10A6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0D89BD-C9CF-B701-C72D-90DE91A74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C0064B-17A8-7892-0C64-908602A3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4DD87A-825A-7B31-9BBE-F732255E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26BEA3-A289-5EB7-0E95-FFD28375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57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814C1-D0DB-979A-21A0-85B1AB0B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644D15-DC9C-85B6-82E8-C3F16622D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3919C5-D4D1-6EE8-5BB5-AE8E0495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0214D0-27B6-18E8-7B31-71B5A054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C5ABF9-63B6-99D0-23DE-BFC31F52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61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64E0A3-D45C-67D5-88D2-3F957F301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4CD253-9F80-2402-5677-B6FEBA618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5C4EE-5362-151C-1675-21CB3950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FF434C-4D49-C802-C5D2-35604E7B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B0B41-480A-FC3E-C662-7041A40B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61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F4615C-9B21-8619-DD49-3DAE585C9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637654-8F97-08A3-9681-89FEAE023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D7A74E-89A5-5705-4F7B-22417E01D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F572D-B917-421B-9855-5A037326D0B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8DD93F-38CA-1488-55B4-D18FD53D0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0B66D-15E7-119B-0BE4-EB1A1773B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E10E0-F8DF-4EF6-BA1F-4A08C3E87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98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A0D6E-F0EC-C1CE-4BBD-4B7D8BF50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B77E9D-71F2-B729-8861-85A8726E6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7523C3-3F84-2ABA-68B1-236A9B630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736762" y="1443773"/>
            <a:ext cx="6334200" cy="380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0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zh</dc:creator>
  <cp:lastModifiedBy>Wang zh</cp:lastModifiedBy>
  <cp:revision>2</cp:revision>
  <cp:lastPrinted>2025-11-19T07:08:13Z</cp:lastPrinted>
  <dcterms:created xsi:type="dcterms:W3CDTF">2025-11-19T07:06:06Z</dcterms:created>
  <dcterms:modified xsi:type="dcterms:W3CDTF">2025-11-19T07:20:08Z</dcterms:modified>
</cp:coreProperties>
</file>